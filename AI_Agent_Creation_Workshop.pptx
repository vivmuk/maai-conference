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Prompts to Agents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 Practical AI Workflows for Medical Affairs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once 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reuse often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prompting. 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leverage.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Walk Out With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session, you will: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Know when to use a prompt vs an agent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Understand the building blocks of agents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Build at least 2 agents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Team activity: build your own agent + Shark Tank pitch to win all the glory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in a Box: Build Your First Agent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828800" cy="365760"/>
          </a:xfrm>
          <a:prstGeom prst="rect">
            <a:avLst/>
          </a:prstGeom>
          <a:solidFill>
            <a:srgbClr val="FF66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Hands-on, guided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Task (Work in Small Teams)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1. Create a new agent in your AI tool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(ChatGPT, Copilot, or similar)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2. In the agent setup/config screen, fill in each section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Use the content we build together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• If your tool doesn't have a section, skip it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3. Save your agent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4. Test it on a real example, then tweak as needed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0" y="1554480"/>
            <a:ext cx="3200400" cy="3200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0" y="228600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6CC"/>
                </a:solidFill>
              </a:rPr>
              <a:t>Live Example: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066CC"/>
                </a:solidFill>
              </a:rPr>
              <a:t>Subject Line Pro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0" y="3474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33333"/>
                </a:solidFill>
              </a:rPr>
              <a:t>(Facilitator builds live while teams follow)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an Agent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works because it: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33333"/>
                </a:solidFill>
              </a:rPr>
              <a:t>✓  Solves the same job repeatedly
</a:t>
            </a:r>
            <a:pPr indent="0" marL="0">
              <a:buNone/>
            </a:pPr>
            <a:r>
              <a:rPr lang="en-US" sz="2400" dirty="0">
                <a:solidFill>
                  <a:srgbClr val="333333"/>
                </a:solidFill>
              </a:rPr>
              <a:t>✓  Uses fixed instructions
</a:t>
            </a:r>
            <a:pPr indent="0" marL="0">
              <a:buNone/>
            </a:pPr>
            <a:r>
              <a:rPr lang="en-US" sz="2400" dirty="0">
                <a:solidFill>
                  <a:srgbClr val="333333"/>
                </a:solidFill>
              </a:rPr>
              <a:t>✓  Produces a consistent output
</a:t>
            </a:r>
            <a:pPr indent="0" marL="0">
              <a:buNone/>
            </a:pPr>
            <a:r>
              <a:rPr lang="en-US" sz="2400" dirty="0">
                <a:solidFill>
                  <a:srgbClr val="333333"/>
                </a:solidFill>
              </a:rPr>
              <a:t>✓  Saves time every use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vs Agent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743200"/>
          </a:xfrm>
          <a:prstGeom prst="rect">
            <a:avLst/>
          </a:prstGeom>
          <a:solidFill>
            <a:srgbClr val="E8F4FC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66CC"/>
                </a:solidFill>
              </a:rPr>
              <a:t>Prompt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One-off thinking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Exploration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Output varies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2743200"/>
          </a:xfrm>
          <a:prstGeom prst="rect">
            <a:avLst/>
          </a:prstGeom>
          <a:solidFill>
            <a:srgbClr val="FFF3E8"/>
          </a:solidFill>
          <a:ln w="25400">
            <a:solidFill>
              <a:srgbClr val="FF66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2801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600"/>
                </a:solidFill>
              </a:rPr>
              <a:t>Agent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0" y="192024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Repeating workflow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Defined steps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Same output every time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Rule: If you'll reuse it → it's a candidate for an agent.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Slido: Is This an Agent or Not?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828800" cy="365760"/>
          </a:xfrm>
          <a:prstGeom prst="rect">
            <a:avLst/>
          </a:prstGeom>
          <a:solidFill>
            <a:srgbClr val="0066C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Audience Quiz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Vote: Prompt or Agent?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1. "Summarize this paper"
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2. "Generate KOL visit briefs every month"
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3. "Brainstorm discussion questions"
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4. "Flag objections for every slide deck"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33333"/>
                </a:solidFill>
              </a:rPr>
              <a:t>(Facilitator explains answers quickly)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Agent?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is an AI that: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182880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600" b="1" dirty="0">
                <a:solidFill>
                  <a:srgbClr val="0066CC"/>
                </a:solidFill>
              </a:rPr>
              <a:t>Has a job
</a:t>
            </a:r>
            <a:pPr indent="0" marL="0">
              <a:buNone/>
            </a:pPr>
            <a:r>
              <a:rPr lang="en-US" sz="2600" b="1" dirty="0">
                <a:solidFill>
                  <a:srgbClr val="0066CC"/>
                </a:solidFill>
              </a:rPr>
              <a:t>Follows reusable instructions
</a:t>
            </a:r>
            <a:pPr indent="0" marL="0">
              <a:buNone/>
            </a:pPr>
            <a:r>
              <a:rPr lang="en-US" sz="2600" b="1" dirty="0">
                <a:solidFill>
                  <a:srgbClr val="0066CC"/>
                </a:solidFill>
              </a:rPr>
              <a:t>Produces structured outputs
</a:t>
            </a:r>
            <a:pPr indent="0" marL="0">
              <a:buNone/>
            </a:pPr>
            <a:r>
              <a:rPr lang="en-US" sz="2600" b="1" dirty="0">
                <a:solidFill>
                  <a:srgbClr val="0066CC"/>
                </a:solidFill>
              </a:rPr>
              <a:t>Can use tools and memory</a:t>
            </a:r>
            <a:endParaRPr lang="en-US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vs Agent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393192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3657600"/>
              </a:tblGrid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Dimension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Chatbot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Agent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Primary role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Conversation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Task completion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Autonomy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None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Partial → full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Acts without prompt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Has goals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Planning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Tool orchestration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Limited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Core capability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Memory/state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Short-term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Persistent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Handles failures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Minimal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Retries, recovery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Executes workflows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Example output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"Here is how to..."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Actually does it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Start: The CRAFT Framework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</a:rPr>
              <a:t>Use this for every prompt or agent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63040" y="15544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</a:rPr>
              <a:t>Context — 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background info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548640" cy="54864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63040" y="21945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</a:rPr>
              <a:t>Role — 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AI persona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31520" y="2834640"/>
            <a:ext cx="548640" cy="54864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463040" y="28346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</a:rPr>
              <a:t>Action — 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what it must do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548640" cy="54864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63040" y="3474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</a:rPr>
              <a:t>Format — 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output structure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31520" y="4114800"/>
            <a:ext cx="548640" cy="54864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463040" y="41148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</a:rPr>
              <a:t>Tone — 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style / voice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Build Instructions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600"/>
                </a:solidFill>
              </a:rPr>
              <a:t>Your Challenge: Build One Focused Agent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103120" cy="3474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6CC"/>
                </a:solidFill>
              </a:rPr>
              <a:t>Step 1: Pick &amp; narrow (10 min)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19202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Choose a domain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List steps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Select 1-2 steps only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188720"/>
            <a:ext cx="2103120" cy="3474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2801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6CC"/>
                </a:solidFill>
              </a:rPr>
              <a:t>Step 2: Define &amp; build (20 min)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1920240"/>
            <a:ext cx="19202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User + recurring job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Inputs &amp; outputs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Constraints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Build using CRAFT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2103120" cy="3474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2801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6CC"/>
                </a:solidFill>
              </a:rPr>
              <a:t>Step 3: Test &amp; refine (10 min)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920240"/>
            <a:ext cx="19202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Run 2-3 real scenarios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Identify failures or overreach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0" y="1188720"/>
            <a:ext cx="2103120" cy="3474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12801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6CC"/>
                </a:solidFill>
              </a:rPr>
              <a:t>Step 4: Prepare pitch (10 min)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49440" y="1920240"/>
            <a:ext cx="19202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Problem + user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Agent (name, inputs, outputs)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Demo summary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Impact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Shark Tank Pitches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E8F4FC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66CC"/>
                </a:solidFill>
              </a:rPr>
              <a:t>Format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4-minute pitch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2-minute feedback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FFF3E8"/>
          </a:solidFill>
          <a:ln w="25400">
            <a:solidFill>
              <a:srgbClr val="FF66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600"/>
                </a:solidFill>
              </a:rPr>
              <a:t>Judging Criteria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173736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Problem clarity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Scope &amp; feasibility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Agent design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User value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Storytelling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Creation Workshop</dc:title>
  <dc:subject>From Prompts to Agents</dc:subject>
  <dc:creator>Medical Affairs</dc:creator>
  <cp:lastModifiedBy>Medical Affairs</cp:lastModifiedBy>
  <cp:revision>1</cp:revision>
  <dcterms:created xsi:type="dcterms:W3CDTF">2026-01-21T03:20:06Z</dcterms:created>
  <dcterms:modified xsi:type="dcterms:W3CDTF">2026-01-21T03:20:06Z</dcterms:modified>
</cp:coreProperties>
</file>