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4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 AI</a:t>
            </a:r>
            <a:endParaRPr lang="en-US" sz="4400" dirty="0"/>
          </a:p>
          <a:p>
            <a:pPr algn="l"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BC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Affairs AI Training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BC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MSL Mastery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0" y="914400"/>
            <a:ext cx="2011680" cy="1645920"/>
          </a:xfrm>
          <a:prstGeom prst="rect">
            <a:avLst/>
          </a:prstGeom>
          <a:solidFill>
            <a:srgbClr val="4A90C2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120640" y="1737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223760" y="914400"/>
            <a:ext cx="2011680" cy="1645920"/>
          </a:xfrm>
          <a:prstGeom prst="rect">
            <a:avLst/>
          </a:prstGeom>
          <a:solidFill>
            <a:srgbClr val="5BBCBD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0" y="1737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0" y="2743200"/>
            <a:ext cx="2011680" cy="1645920"/>
          </a:xfrm>
          <a:prstGeom prst="rect">
            <a:avLst/>
          </a:prstGeom>
          <a:solidFill>
            <a:srgbClr val="6B5B95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120640" y="3566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223760" y="2743200"/>
            <a:ext cx="2011680" cy="1645920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15200" y="3566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BC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solidFill>
            <a:srgbClr val="5BBCB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Icebreaker - Show Something Cool in AI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an infographic from a paper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65760" cy="365760"/>
          </a:xfrm>
          <a:prstGeom prst="rect">
            <a:avLst/>
          </a:prstGeom>
          <a:solidFill>
            <a:srgbClr val="5BBCB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Outcomes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011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how to talk to AI, when to reach for it, build confidence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65760" cy="365760"/>
          </a:xfrm>
          <a:prstGeom prst="rect">
            <a:avLst/>
          </a:prstGeom>
          <a:solidFill>
            <a:srgbClr val="5BBCB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Slido Check-in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697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usage poll, "doing it right" check, coolest use case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365760" cy="365760"/>
          </a:xfrm>
          <a:prstGeom prst="rect">
            <a:avLst/>
          </a:prstGeom>
          <a:solidFill>
            <a:srgbClr val="5BBCB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 AI Superpowers Overview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383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superpowers &amp; use cases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365760" cy="365760"/>
          </a:xfrm>
          <a:prstGeom prst="rect">
            <a:avLst/>
          </a:prstGeom>
          <a:solidFill>
            <a:srgbClr val="5BBCBD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Talk to AI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069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 prompting framework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365760" cy="365760"/>
          </a:xfrm>
          <a:prstGeom prst="rect">
            <a:avLst/>
          </a:prstGeom>
          <a:solidFill>
            <a:srgbClr val="5BBCBD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Workshop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 per superpower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5120640"/>
            <a:ext cx="365760" cy="365760"/>
          </a:xfrm>
          <a:prstGeom prst="rect">
            <a:avLst/>
          </a:prstGeom>
          <a:solidFill>
            <a:srgbClr val="5BBCBD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5120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&amp; Reflection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" y="5440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surprised you? Which superpower for tomorrow?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5BBC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ICEBREAKER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E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Something Cool in AI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an infographic from a research paper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E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it generates, we'll discuss: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What AI can and can't 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069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Building AI intuition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The importance of context when you talk to AI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4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OUTCOMES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session, you will: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20040" cy="320040"/>
          </a:xfrm>
          <a:prstGeom prst="ellipse">
            <a:avLst/>
          </a:prstGeom>
          <a:solidFill>
            <a:srgbClr val="5BBCB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how to talk to AI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 CRAFT prompting framework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20040" cy="320040"/>
          </a:xfrm>
          <a:prstGeom prst="ellipse">
            <a:avLst/>
          </a:prstGeom>
          <a:solidFill>
            <a:srgbClr val="5BBCB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03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when to reach for AI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4 AI Superpowers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320040" cy="320040"/>
          </a:xfrm>
          <a:prstGeom prst="ellipse">
            <a:avLst/>
          </a:prstGeom>
          <a:solidFill>
            <a:srgbClr val="5BBCB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651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confidence in using 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with real Medical Affairs scenarios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320040" cy="320040"/>
          </a:xfrm>
          <a:prstGeom prst="ellipse">
            <a:avLst/>
          </a:prstGeom>
          <a:solidFill>
            <a:srgbClr val="5BBCB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200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what AI can and can't do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realistic expectations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320040" cy="320040"/>
          </a:xfrm>
          <a:prstGeom prst="ellipse">
            <a:avLst/>
          </a:prstGeom>
          <a:solidFill>
            <a:srgbClr val="5BBCB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749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AI intuition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to iterate and improve outputs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320040" cy="320040"/>
          </a:xfrm>
          <a:prstGeom prst="ellipse">
            <a:avLst/>
          </a:prstGeom>
          <a:solidFill>
            <a:srgbClr val="5BBCBD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297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297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context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4297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importance of context in AI conversations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90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SLIDO CHECK-IN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0" y="1371600"/>
            <a:ext cx="27432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57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QR Code Here]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 Questions: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74320" cy="2743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"Who here uses AI weekly?"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274320" cy="2743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"Who still feels unsure if they're doing it 'right'?"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274320" cy="2743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is your coolest use case?"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4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 AI SUPERPOWERS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914400"/>
            <a:ext cx="3657600" cy="36576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BC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TRUST BY TESTING THE LIMITS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0" y="274320"/>
            <a:ext cx="2194560" cy="1920240"/>
          </a:xfrm>
          <a:prstGeom prst="rect">
            <a:avLst/>
          </a:prstGeom>
          <a:solidFill>
            <a:srgbClr val="4A90C2"/>
          </a:solidFill>
          <a:ln/>
        </p:spPr>
      </p:sp>
      <p:sp>
        <p:nvSpPr>
          <p:cNvPr id="5" name="Shape 3"/>
          <p:cNvSpPr/>
          <p:nvPr/>
        </p:nvSpPr>
        <p:spPr>
          <a:xfrm>
            <a:off x="5394960" y="457200"/>
            <a:ext cx="548640" cy="54864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6" name="Text 4"/>
          <p:cNvSpPr/>
          <p:nvPr/>
        </p:nvSpPr>
        <p:spPr>
          <a:xfrm>
            <a:off x="539496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66344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IDEAS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1463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Brainstorm, expand options,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reframe problems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0" y="274320"/>
            <a:ext cx="2194560" cy="1920240"/>
          </a:xfrm>
          <a:prstGeom prst="rect">
            <a:avLst/>
          </a:prstGeom>
          <a:solidFill>
            <a:srgbClr val="5BBCBD"/>
          </a:solidFill>
          <a:ln/>
        </p:spPr>
      </p:sp>
      <p:sp>
        <p:nvSpPr>
          <p:cNvPr id="10" name="Shape 8"/>
          <p:cNvSpPr/>
          <p:nvPr/>
        </p:nvSpPr>
        <p:spPr>
          <a:xfrm>
            <a:off x="7680960" y="457200"/>
            <a:ext cx="548640" cy="54864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4944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CONTENT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49440" y="1463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patterns, gaps, risks,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angles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286000"/>
            <a:ext cx="2194560" cy="1920240"/>
          </a:xfrm>
          <a:prstGeom prst="rect">
            <a:avLst/>
          </a:prstGeom>
          <a:solidFill>
            <a:srgbClr val="6B5B95"/>
          </a:solidFill>
          <a:ln/>
        </p:spPr>
      </p:sp>
      <p:sp>
        <p:nvSpPr>
          <p:cNvPr id="15" name="Shape 13"/>
          <p:cNvSpPr/>
          <p:nvPr/>
        </p:nvSpPr>
        <p:spPr>
          <a:xfrm>
            <a:off x="5394960" y="2468880"/>
            <a:ext cx="548640" cy="54864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6344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CONTENT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3474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summaries, slides, 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communications fast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2286000"/>
            <a:ext cx="2194560" cy="1920240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20" name="Shape 18"/>
          <p:cNvSpPr/>
          <p:nvPr/>
        </p:nvSpPr>
        <p:spPr>
          <a:xfrm>
            <a:off x="7680960" y="2468880"/>
            <a:ext cx="548640" cy="54864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FEEDBACK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3474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like a reviewer or coach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improve your work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BC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" y="1920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Email subject lines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2286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Presentation talking points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2651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Objection handling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Different perspectives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3383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Executive presence coaching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BC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TALK TO AI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CRAFT Prompting Framework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" cy="548640"/>
          </a:xfrm>
          <a:prstGeom prst="rect">
            <a:avLst/>
          </a:prstGeom>
          <a:solidFill>
            <a:srgbClr val="5BBCB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1417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17520" y="1463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scene - who you are, what you're working 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48640" cy="548640"/>
          </a:xfrm>
          <a:prstGeom prst="rect">
            <a:avLst/>
          </a:prstGeom>
          <a:solidFill>
            <a:srgbClr val="5BBCB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8872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017520" y="2194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AI who to be (e.g., "Act as an MSL email coach")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548640" cy="548640"/>
          </a:xfrm>
          <a:prstGeom prst="rect">
            <a:avLst/>
          </a:prstGeom>
          <a:solidFill>
            <a:srgbClr val="5BBCB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88720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017520" y="2926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 exactly what you want AI to 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548640" cy="548640"/>
          </a:xfrm>
          <a:prstGeom prst="rect">
            <a:avLst/>
          </a:prstGeom>
          <a:solidFill>
            <a:srgbClr val="5BBCB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88720" y="3611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017520" y="3657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output format (bullets, paragraphs, table)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548640" cy="548640"/>
          </a:xfrm>
          <a:prstGeom prst="rect">
            <a:avLst/>
          </a:prstGeom>
          <a:solidFill>
            <a:srgbClr val="5BBCB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88720" y="4343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017520" y="4389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communication style (professional, warm, direct)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BC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prompts = Better outputs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4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POWER OF PROMPTING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011680"/>
          </a:xfrm>
          <a:prstGeom prst="rect">
            <a:avLst/>
          </a:prstGeom>
          <a:solidFill>
            <a:srgbClr val="FFE5E5"/>
          </a:solidFill>
          <a:ln w="25400">
            <a:solidFill>
              <a:srgbClr val="CC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PROMPT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"Write me an email"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Missing: Context, Role, Action specifics, Format, Tone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2011680"/>
          </a:xfrm>
          <a:prstGeom prst="rect">
            <a:avLst/>
          </a:prstGeom>
          <a:solidFill>
            <a:srgbClr val="E5FFE5"/>
          </a:solidFill>
          <a:ln w="25400">
            <a:solidFill>
              <a:srgbClr val="33CC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C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PROMPT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 as an MSL writing to an oncologist interested in real-world data. Draft a follow-up email with 3 bullets on our latest trial results. Keep it professional and under 100 words."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C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Has: Context, Role, Action, Format, Tone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BC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393192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404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Generic, unfocused email that needs heavy editing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3566160"/>
            <a:ext cx="393192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8404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Targeted, relevant draft ready for quick review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BBC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WORKSHOP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minutes per superpower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5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BC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Pick one of the example topics for this superpower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Practice running the prompts (good vs bad examples provided)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Iterate and refine your output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Note what worked and what surprised you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BREAKDOWN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in small groups or individually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back with group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A90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80160" y="365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 1: GENERATE IDEAS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822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E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need options, angles, or a fresh perspective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834640" cy="1920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1: Email Subject Lines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"Give me email subjects"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C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468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"Generate 5 subject line options for a follow-up email to an oncologist focused on real-world evidence. Make them short, specific, and open-worthy."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54680" y="1280160"/>
            <a:ext cx="2834640" cy="1920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2: Meeting Talking Points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1737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4612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should I talk about?"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22860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C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46120" y="2468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"Generate 4 discussion angles for a KOL meeting about our Phase 3 data. Focus on what a cardiologist would find most valuable."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1280160"/>
            <a:ext cx="2834640" cy="1920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3: Objection Responses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1737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2648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do I respond to objections?"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26480" y="22860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C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26480" y="2468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"Generate 3 ways to address the objection that our trial population doesn't match their patient mix. Use data-driven responses."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383280"/>
            <a:ext cx="8595360" cy="1371600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NOW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Pick one example above  |  2. Open your AI tool  |  3. Try the BAD prompt, then the GOOD prompt  |  4. Compare the outputs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0" y="4206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QR Code]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SLIDO: What else could you use this superpower for?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BBC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80160" y="365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 2: ANALYZE CONTENT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822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E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need to stress-test assumptions or stories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834640" cy="1920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BC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1: Email Review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this email good?"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C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468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"Review this email and flag where it could be misunderstood, unclear, too long, or low-value for a busy endocrinologist. Suggest concise fixes."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54680" y="1280160"/>
            <a:ext cx="2834640" cy="1920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BC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2: Data Gaps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1737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4612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"Analyze this trial data"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22860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C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46120" y="2468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"Identify 3 potential gaps or questions an HCP might raise about this trial summary. Consider patient population, endpoints, and follow-up period."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1280160"/>
            <a:ext cx="2834640" cy="1920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BC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3: Competitor Angle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1737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2648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would a competitor say?"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26480" y="22860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C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26480" y="2468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"Play the role of a competitor MSL. What weaknesses would you highlight in this data presentation? What questions would challenge our positioning?"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383280"/>
            <a:ext cx="8595360" cy="1371600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BC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NOW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Pick one example above  |  2. Paste your own content (email, summary, talking points)  |  3. Compare BAD vs GOOD prompts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0" y="4206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QR Code]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SLIDO: What else could you use this superpower for?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6B5B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80160" y="365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 3: GENERATE CONTENT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822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E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need fast drafts or first drafts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834640" cy="1920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1: Email Rewrite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"Make this email better"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C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468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"Rewrite this email to be skimmable: 3 bullets and a one-line ask. Keep it warm, simple, and professional. Under 75 words."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54680" y="1280160"/>
            <a:ext cx="2834640" cy="1920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2: Meeting Summary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1737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4612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 this meeting"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22860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C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46120" y="2468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a meeting summary in this format: Key Insights (3 bullets), Action Items (numbered), Follow-up Date. Tone: professional, concise."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1280160"/>
            <a:ext cx="2834640" cy="1920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3: Slide Content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1737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2648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"Write slides about our drug"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26480" y="22860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C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26480" y="2468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"Draft 3 slide titles and 3 bullets each for a presentation on efficacy data. Audience: community oncologists. Focus: practical clinical application."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383280"/>
            <a:ext cx="8595360" cy="1371600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NOW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Choose an example  |  2. Paste content you want transformed  |  3. See how format + constraints improve output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0" y="4206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QR Code]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SLIDO: What else could you use this superpower for?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A8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80160" y="365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 4: PROVIDE FEEDBACK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822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E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need a quick, actionable critique or coaching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834640" cy="1920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1: Email Coach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"Give me feedback on this"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C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468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 as my MSL email communication coach. Give me 3 specific improvements that would increase reply likelihood - tone, clarity, or relevance - and explain why."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54680" y="1280160"/>
            <a:ext cx="2834640" cy="1920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2: Presentation Coach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1737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4612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can I improve this?"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22860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C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46120" y="2468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 as an executive presentation coach. Review these talking points for a KOL meeting. Rate clarity (1-5) and suggest how to sound more confident and data-driven."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1280160"/>
            <a:ext cx="2834640" cy="1920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3: Executive Presence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1737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2648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"Does this sound professional?"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26480" y="22860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C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26480" y="2468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"Coach me on executive presence. Review this message and tell me where I sound uncertain, too wordy, or miss opportunities to demonstrate expertise."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383280"/>
            <a:ext cx="8595360" cy="1371600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NOW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Choose a coaching scenario  |  2. Paste your content  |  3. Notice how role + specific criteria = actionable feedback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0" y="4206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QR Code]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SLIDO: What else could you use this superpower for?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5BBC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&amp; REFLECTION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02920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BC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SLIDO REFLECTION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20040" cy="320040"/>
          </a:xfrm>
          <a:prstGeom prst="ellipse">
            <a:avLst/>
          </a:prstGeom>
          <a:solidFill>
            <a:srgbClr val="5BBCB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737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surprised you the most?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320040" cy="320040"/>
          </a:xfrm>
          <a:prstGeom prst="ellipse">
            <a:avLst/>
          </a:prstGeom>
          <a:solidFill>
            <a:srgbClr val="5BBCB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286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superpower would you use tomorrow?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320040" cy="320040"/>
          </a:xfrm>
          <a:prstGeom prst="ellipse">
            <a:avLst/>
          </a:prstGeom>
          <a:solidFill>
            <a:srgbClr val="5BBCB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34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834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one thing you'll try differently?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1188720"/>
            <a:ext cx="2743200" cy="2286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QR Code]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Better prompts = Better outputs (use CRAFT)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is a thinking partner, not a replacement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Context is everything - the more you give, the better you get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Practice builds intuition - keep experimenting!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E4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BC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practicing the 4 AI Superpowers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3017520"/>
            <a:ext cx="1645920" cy="731520"/>
          </a:xfrm>
          <a:prstGeom prst="rect">
            <a:avLst/>
          </a:prstGeom>
          <a:solidFill>
            <a:srgbClr val="4A90C2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0175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IDEAS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3017520"/>
            <a:ext cx="1645920" cy="731520"/>
          </a:xfrm>
          <a:prstGeom prst="rect">
            <a:avLst/>
          </a:prstGeom>
          <a:solidFill>
            <a:srgbClr val="5BBCBD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30175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ANALYZE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3017520"/>
            <a:ext cx="1645920" cy="731520"/>
          </a:xfrm>
          <a:prstGeom prst="rect">
            <a:avLst/>
          </a:prstGeom>
          <a:solidFill>
            <a:srgbClr val="6B5B95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30175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CONTENT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3017520"/>
            <a:ext cx="1645920" cy="731520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30175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FEEDBACK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BC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MSL Mastery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Reach out to your workshop facilitator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MSL Mastery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4 AI Superpowers Workshop</dc:title>
  <dc:subject>Medical Affairs AI Training</dc:subject>
  <dc:creator>MSL Mastery</dc:creator>
  <cp:lastModifiedBy>MSL Mastery</cp:lastModifiedBy>
  <cp:revision>1</cp:revision>
  <dcterms:created xsi:type="dcterms:W3CDTF">2026-01-18T21:00:26Z</dcterms:created>
  <dcterms:modified xsi:type="dcterms:W3CDTF">2026-01-18T21:00:26Z</dcterms:modified>
</cp:coreProperties>
</file>