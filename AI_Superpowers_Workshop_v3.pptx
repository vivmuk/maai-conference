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4864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164592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219456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329184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384048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38912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37760"/>
            <a:ext cx="9144000" cy="0"/>
          </a:xfrm>
          <a:prstGeom prst="line">
            <a:avLst/>
          </a:prstGeom>
          <a:noFill/>
          <a:ln w="3810">
            <a:solidFill>
              <a:srgbClr val="00F5FF">
                <a:alpha val="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AI's 4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57200" y="18288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SUPERPOWERS</a:t>
            </a:r>
            <a:endParaRPr lang="en-US" sz="5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2743200" cy="45720"/>
          </a:xfrm>
          <a:prstGeom prst="rect">
            <a:avLst/>
          </a:prstGeom>
          <a:solidFill>
            <a:srgbClr val="00F5FF"/>
          </a:solidFill>
          <a:ln w="12700">
            <a:solidFill>
              <a:srgbClr val="00F5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34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800" kern="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AI Training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MSL Mastery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03520" y="7315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97880" y="822960"/>
            <a:ext cx="640080" cy="640080"/>
          </a:xfrm>
          <a:prstGeom prst="ellipse">
            <a:avLst/>
          </a:prstGeom>
          <a:solidFill>
            <a:srgbClr val="00D4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989320" y="914400"/>
            <a:ext cx="457200" cy="45720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914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69480" y="7315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822960"/>
            <a:ext cx="640080" cy="640080"/>
          </a:xfrm>
          <a:prstGeom prst="ellipse">
            <a:avLst/>
          </a:prstGeom>
          <a:solidFill>
            <a:srgbClr val="00FFA3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0" y="914400"/>
            <a:ext cx="457200" cy="457200"/>
          </a:xfrm>
          <a:prstGeom prst="ellipse">
            <a:avLst/>
          </a:prstGeom>
          <a:solidFill>
            <a:srgbClr val="00FFA3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914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6948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26948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303520" y="2331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423160"/>
            <a:ext cx="640080" cy="640080"/>
          </a:xfrm>
          <a:prstGeom prst="ellipse">
            <a:avLst/>
          </a:prstGeom>
          <a:solidFill>
            <a:srgbClr val="BF40FF">
              <a:alpha val="3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2514600"/>
            <a:ext cx="457200" cy="457200"/>
          </a:xfrm>
          <a:prstGeom prst="ellipse">
            <a:avLst/>
          </a:prstGeom>
          <a:solidFill>
            <a:srgbClr val="BF40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932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0352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269480" y="2331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2423160"/>
            <a:ext cx="640080" cy="640080"/>
          </a:xfrm>
          <a:prstGeom prst="ellipse">
            <a:avLst/>
          </a:prstGeom>
          <a:solidFill>
            <a:srgbClr val="FF6B6B">
              <a:alpha val="3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955280" y="2514600"/>
            <a:ext cx="457200" cy="45720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26948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269480" y="3337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303520" y="3840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TRUST BY TESTING THE LIMITS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BF40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Journey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PATH TO AI FLUENCY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FF6B35">
                <a:alpha val="5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55448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5544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508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Icebreaker: AI in 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1810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something amazing while we set context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00F5FF">
                <a:alpha val="5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42316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00F5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2316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2377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2679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recipe for talking to AI effectively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FF6B35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9184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918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min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5448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Superpowers (Hands-On)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3547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Practice, share, and build confidence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00F5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416052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00F5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16052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5448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Book &amp; Next Steps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54480" y="4416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your prompts with you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60720" y="1371600"/>
            <a:ext cx="3017520" cy="3017520"/>
          </a:xfrm>
          <a:prstGeom prst="roundRect">
            <a:avLst>
              <a:gd name="adj" fmla="val 3030"/>
            </a:avLst>
          </a:prstGeom>
          <a:solidFill>
            <a:srgbClr val="1A2744"/>
          </a:solidFill>
          <a:ln w="12700">
            <a:solidFill>
              <a:srgbClr val="4D9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60720" y="1371600"/>
            <a:ext cx="3017520" cy="45720"/>
          </a:xfrm>
          <a:prstGeom prst="rect">
            <a:avLst/>
          </a:prstGeom>
          <a:solidFill>
            <a:srgbClr val="4D9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FORMAT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Superpower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943600" y="2377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14 min hands-on practice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0" y="2743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min summary + Slido question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3108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min share back with group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943600" y="3566160"/>
            <a:ext cx="256032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749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individually or in small groups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457200"/>
            <a:ext cx="4572000" cy="4572000"/>
          </a:xfrm>
          <a:prstGeom prst="ellipse">
            <a:avLst/>
          </a:prstGeom>
          <a:solidFill>
            <a:srgbClr val="00F5FF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457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⚡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ICEBREAKER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Something Cool in AI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371600" y="2651760"/>
            <a:ext cx="6400800" cy="1645920"/>
          </a:xfrm>
          <a:prstGeom prst="roundRect">
            <a:avLst>
              <a:gd name="adj" fmla="val 5556"/>
            </a:avLst>
          </a:prstGeom>
          <a:solidFill>
            <a:srgbClr val="1A2744"/>
          </a:solidFill>
          <a:ln w="12700">
            <a:solidFill>
              <a:srgbClr val="00F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788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 LIVE DEMO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3154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an infographic from a research paper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3566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it generates, we'll explore: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What AI can and can't 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28800" y="4160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Building AI intuition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4480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The importance of context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BF40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OUTCOMES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you will: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828800" cy="45720"/>
          </a:xfrm>
          <a:prstGeom prst="rect">
            <a:avLst/>
          </a:prstGeom>
          <a:solidFill>
            <a:srgbClr val="BF40FF"/>
          </a:solidFill>
          <a:ln w="12700">
            <a:solidFill>
              <a:srgbClr val="BF40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00F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🗣️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how to talk to AI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CRAFT prompting framework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560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when to reach for AI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8803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4 AI Superpowers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💪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9728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confidence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8862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 real Medical Affairs scenarios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141732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⚖️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21208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expectations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what AI can and can't 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42316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FFD93D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212080" y="2560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AI intuition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28803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 iterate and improve outputs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429000"/>
            <a:ext cx="3931920" cy="868680"/>
          </a:xfrm>
          <a:prstGeom prst="roundRect">
            <a:avLst>
              <a:gd name="adj" fmla="val 10526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21208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context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12080" y="38862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AI what it needs to succeed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📊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188720" y="365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SLIDO CHECK-IN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286000" cy="45720"/>
          </a:xfrm>
          <a:prstGeom prst="rect">
            <a:avLst/>
          </a:prstGeom>
          <a:solidFill>
            <a:srgbClr val="00FFA3"/>
          </a:solidFill>
          <a:ln w="12700">
            <a:solidFill>
              <a:srgbClr val="00F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FFA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325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here uses AI weekly?"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45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to Sarah's poll on AI usage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240280"/>
            <a:ext cx="411480" cy="411480"/>
          </a:xfrm>
          <a:prstGeom prst="ellipse">
            <a:avLst/>
          </a:prstGeom>
          <a:solidFill>
            <a:srgbClr val="00FFA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40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94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still feels unsure if they're doing it 'right'?"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00FFA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063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your coolest use case?"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0" y="118872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164592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</a:rPr>
              <a:t>📱</a:t>
            </a:r>
            <a:endParaRPr lang="en-US" sz="5000" dirty="0"/>
          </a:p>
        </p:txBody>
      </p:sp>
      <p:sp>
        <p:nvSpPr>
          <p:cNvPr id="21" name="Text 19"/>
          <p:cNvSpPr/>
          <p:nvPr/>
        </p:nvSpPr>
        <p:spPr>
          <a:xfrm>
            <a:off x="60350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JOIN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31089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QR Code]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BF40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AI's 4 SUPERPOWERS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0" y="777240"/>
            <a:ext cx="2743200" cy="45720"/>
          </a:xfrm>
          <a:prstGeom prst="rect">
            <a:avLst/>
          </a:prstGeom>
          <a:solidFill>
            <a:srgbClr val="FFD93D"/>
          </a:solidFill>
          <a:ln w="12700">
            <a:solidFill>
              <a:srgbClr val="FFD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00D4FF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100584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8700" y="1051560"/>
            <a:ext cx="731520" cy="731520"/>
          </a:xfrm>
          <a:prstGeom prst="ellipse">
            <a:avLst/>
          </a:prstGeom>
          <a:solidFill>
            <a:srgbClr val="00D4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" y="1143000"/>
            <a:ext cx="548640" cy="54864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7830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2920" y="23317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Brainstorm, expand options, reframe problems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1460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00FFA3">
              <a:alpha val="2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60320" y="100584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7540" y="1051560"/>
            <a:ext cx="731520" cy="731520"/>
          </a:xfrm>
          <a:prstGeom prst="ellipse">
            <a:avLst/>
          </a:prstGeom>
          <a:solidFill>
            <a:srgbClr val="00FFA3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68980" y="1143000"/>
            <a:ext cx="548640" cy="548640"/>
          </a:xfrm>
          <a:prstGeom prst="ellipse">
            <a:avLst/>
          </a:prstGeom>
          <a:solidFill>
            <a:srgbClr val="00FFA3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898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17830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651760" y="23317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patterns, gaps, risks, competitor angles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BF40FF">
              <a:alpha val="2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709160" y="100584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26380" y="1051560"/>
            <a:ext cx="731520" cy="731520"/>
          </a:xfrm>
          <a:prstGeom prst="ellipse">
            <a:avLst/>
          </a:prstGeom>
          <a:solidFill>
            <a:srgbClr val="BF40FF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417820" y="1143000"/>
            <a:ext cx="548640" cy="548640"/>
          </a:xfrm>
          <a:prstGeom prst="ellipse">
            <a:avLst/>
          </a:prstGeom>
          <a:solidFill>
            <a:srgbClr val="BF40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782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09160" y="17830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✍️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800600" y="23317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summaries, slides, or communications fast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1228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F6B6B">
              <a:alpha val="2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00584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75220" y="1051560"/>
            <a:ext cx="731520" cy="731520"/>
          </a:xfrm>
          <a:prstGeom prst="ellipse">
            <a:avLst/>
          </a:prstGeom>
          <a:solidFill>
            <a:srgbClr val="FF6B6B">
              <a:alpha val="3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566660" y="1143000"/>
            <a:ext cx="548640" cy="54864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6666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178308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6949440" y="23317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4944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like a reviewer or coach to improve your work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1480" y="3383280"/>
            <a:ext cx="8321040" cy="1280160"/>
          </a:xfrm>
          <a:prstGeom prst="roundRect">
            <a:avLst>
              <a:gd name="adj" fmla="val 7143"/>
            </a:avLst>
          </a:prstGeom>
          <a:solidFill>
            <a:srgbClr val="1A2744"/>
          </a:solidFill>
          <a:ln w="12700">
            <a:solidFill>
              <a:srgbClr val="FFD93D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3474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💼 USE CASES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" y="3840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Email subject lines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383280" y="3840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Presentation talking points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26480" y="3840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Objection handling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Different perspectives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Executive presence coaching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BF40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PROMPTING RECIPE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Framework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BA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1645920" cy="2560320"/>
          </a:xfrm>
          <a:prstGeom prst="roundRect">
            <a:avLst>
              <a:gd name="adj" fmla="val 5556"/>
            </a:avLst>
          </a:prstGeom>
          <a:solidFill>
            <a:srgbClr val="1E6FB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backstory. Give AI the information it needs to help you.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1463040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an MSL preparing for a KOL meeting..."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148840" y="10058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8A8A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148840" y="1371600"/>
            <a:ext cx="1645920" cy="2560320"/>
          </a:xfrm>
          <a:prstGeom prst="roundRect">
            <a:avLst>
              <a:gd name="adj" fmla="val 5556"/>
            </a:avLst>
          </a:prstGeom>
          <a:solidFill>
            <a:srgbClr val="2B8A8A"/>
          </a:solidFill>
          <a:ln/>
        </p:spPr>
      </p:sp>
      <p:sp>
        <p:nvSpPr>
          <p:cNvPr id="15" name="Text 13"/>
          <p:cNvSpPr/>
          <p:nvPr/>
        </p:nvSpPr>
        <p:spPr>
          <a:xfrm>
            <a:off x="22402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24028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4028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AI who to be. Give it an expert identity to shape its perspective.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40280" y="3291840"/>
            <a:ext cx="1463040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4028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 medical communication coach..."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931920" y="10058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AA5A5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3931920" y="1371600"/>
            <a:ext cx="1645920" cy="2560320"/>
          </a:xfrm>
          <a:prstGeom prst="roundRect">
            <a:avLst>
              <a:gd name="adj" fmla="val 5556"/>
            </a:avLst>
          </a:prstGeom>
          <a:solidFill>
            <a:srgbClr val="3AA5A5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402336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02336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 about what you want. Define clear parameters for the output.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23360" y="3291840"/>
            <a:ext cx="1463040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"Generate 5 subject lines under 8 words..."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715000" y="10058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651E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5715000" y="1371600"/>
            <a:ext cx="1645920" cy="2560320"/>
          </a:xfrm>
          <a:prstGeom prst="roundRect">
            <a:avLst>
              <a:gd name="adj" fmla="val 5556"/>
            </a:avLst>
          </a:prstGeom>
          <a:solidFill>
            <a:srgbClr val="D4651E"/>
          </a:solidFill>
          <a:ln/>
        </p:spPr>
      </p:sp>
      <p:sp>
        <p:nvSpPr>
          <p:cNvPr id="29" name="Text 27"/>
          <p:cNvSpPr/>
          <p:nvPr/>
        </p:nvSpPr>
        <p:spPr>
          <a:xfrm>
            <a:off x="58064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80644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80644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don't tell. Specify how you want the output structured.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806440" y="3291840"/>
            <a:ext cx="1463040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644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 bullet points, keep each under 20 words..."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10058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4A1A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800" dirty="0"/>
          </a:p>
        </p:txBody>
      </p:sp>
      <p:sp>
        <p:nvSpPr>
          <p:cNvPr id="35" name="Shape 33"/>
          <p:cNvSpPr/>
          <p:nvPr/>
        </p:nvSpPr>
        <p:spPr>
          <a:xfrm>
            <a:off x="7498080" y="1371600"/>
            <a:ext cx="1645920" cy="2560320"/>
          </a:xfrm>
          <a:prstGeom prst="roundRect">
            <a:avLst>
              <a:gd name="adj" fmla="val 5556"/>
            </a:avLst>
          </a:prstGeom>
          <a:solidFill>
            <a:srgbClr val="C94A1A"/>
          </a:solidFill>
          <a:ln/>
        </p:spPr>
      </p:sp>
      <p:sp>
        <p:nvSpPr>
          <p:cNvPr id="36" name="Text 34"/>
          <p:cNvSpPr/>
          <p:nvPr/>
        </p:nvSpPr>
        <p:spPr>
          <a:xfrm>
            <a:off x="758952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758952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58952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voice. Define the communication style you need.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589520" y="3291840"/>
            <a:ext cx="1463040" cy="0"/>
          </a:xfrm>
          <a:prstGeom prst="line">
            <a:avLst/>
          </a:prstGeom>
          <a:noFill/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8952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"Professional, warm, and confident..."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BF40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POWER OF PROMPTING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0" y="777240"/>
            <a:ext cx="2743200" cy="45720"/>
          </a:xfrm>
          <a:prstGeom prst="rect">
            <a:avLst/>
          </a:prstGeom>
          <a:solidFill>
            <a:srgbClr val="BF40FF"/>
          </a:solidFill>
          <a:ln w="12700">
            <a:solidFill>
              <a:srgbClr val="BF40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A2744"/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 PROMPT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3566160" cy="640080"/>
          </a:xfrm>
          <a:prstGeom prst="roundRect">
            <a:avLst>
              <a:gd name="adj" fmla="val 7143"/>
            </a:avLst>
          </a:prstGeom>
          <a:solidFill>
            <a:srgbClr val="1418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00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me an email"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Missing: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Context, Role, Action specifics,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Format, Tone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931920" cy="2103120"/>
          </a:xfrm>
          <a:prstGeom prst="roundRect">
            <a:avLst>
              <a:gd name="adj" fmla="val 4348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097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 PROMPT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1508760"/>
            <a:ext cx="3566160" cy="1188720"/>
          </a:xfrm>
          <a:prstGeom prst="roundRect">
            <a:avLst>
              <a:gd name="adj" fmla="val 3846"/>
            </a:avLst>
          </a:prstGeom>
          <a:solidFill>
            <a:srgbClr val="141833"/>
          </a:solidFill>
          <a:ln/>
        </p:spPr>
      </p:sp>
      <p:sp>
        <p:nvSpPr>
          <p:cNvPr id="15" name="Text 13"/>
          <p:cNvSpPr/>
          <p:nvPr/>
        </p:nvSpPr>
        <p:spPr>
          <a:xfrm>
            <a:off x="5074920" y="16002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an MSL writing to an oncologist interested in real-world data. Draft a follow-up email with 3 bullets on our latest trial results. Keep it professional and under 100 words."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Has: Context, Role, Action, Format, Tone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RESULT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 w="12700">
            <a:solidFill>
              <a:srgbClr val="FF4757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404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Generic, unfocused email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needs heavy editing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65760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38404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Targeted, relevant draft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quick review 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1828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000000"/>
                </a:solidFill>
              </a:rPr>
              <a:t>🔧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WORKSHOP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 per superpower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1737360"/>
            <a:ext cx="2743200" cy="45720"/>
          </a:xfrm>
          <a:prstGeom prst="rect">
            <a:avLst/>
          </a:prstGeom>
          <a:solidFill>
            <a:srgbClr val="00F5FF"/>
          </a:solidFill>
          <a:ln w="12700">
            <a:solidFill>
              <a:srgbClr val="00F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20240"/>
            <a:ext cx="7315200" cy="2011680"/>
          </a:xfrm>
          <a:prstGeom prst="roundRect">
            <a:avLst>
              <a:gd name="adj" fmla="val 4545"/>
            </a:avLst>
          </a:prstGeom>
          <a:solidFill>
            <a:srgbClr val="1A2744"/>
          </a:solidFill>
          <a:ln w="12700">
            <a:solidFill>
              <a:srgbClr val="00F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INSTRUCTIONS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188720" y="2423160"/>
            <a:ext cx="320040" cy="320040"/>
          </a:xfrm>
          <a:prstGeom prst="ellipse">
            <a:avLst/>
          </a:prstGeom>
          <a:solidFill>
            <a:srgbClr val="00F5FF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423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2423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of the example topics for this superpower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88720" y="2788920"/>
            <a:ext cx="320040" cy="320040"/>
          </a:xfrm>
          <a:prstGeom prst="ellipse">
            <a:avLst/>
          </a:prstGeom>
          <a:solidFill>
            <a:srgbClr val="00F5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788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running the prompts (good vs bad examples provided)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88720" y="3154680"/>
            <a:ext cx="320040" cy="320040"/>
          </a:xfrm>
          <a:prstGeom prst="ellipse">
            <a:avLst/>
          </a:prstGeom>
          <a:solidFill>
            <a:srgbClr val="00F5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3154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45920" y="31546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and refine your output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188720" y="3520440"/>
            <a:ext cx="320040" cy="320040"/>
          </a:xfrm>
          <a:prstGeom prst="ellipse">
            <a:avLst/>
          </a:prstGeom>
          <a:solidFill>
            <a:srgbClr val="00F5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3520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645920" y="35204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what worked and what surprised you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411480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10 min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97280" y="4526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in small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individually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411480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5 min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937760" y="4526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back with group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00D4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22960" cy="822960"/>
          </a:xfrm>
          <a:prstGeom prst="ellipse">
            <a:avLst/>
          </a:prstGeom>
          <a:solidFill>
            <a:srgbClr val="00D4F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28600"/>
            <a:ext cx="640080" cy="640080"/>
          </a:xfrm>
          <a:prstGeom prst="ellipse">
            <a:avLst/>
          </a:prstGeom>
          <a:solidFill>
            <a:srgbClr val="00D4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82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502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IDEAS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84632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When you need options, angles, or a fresh perspective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960120"/>
            <a:ext cx="8412480" cy="4572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Subject Lines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"Give me email subjects"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D4FF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"Generate 5 subject line options for a follow-up email to an oncologist focused on real-world evidence. Make them short, specific, and open-worthy."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4612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Talking Points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should I talk about?"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3756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3756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D4FF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"Generate 4 discussion angles for a KOL meeting about our Phase 3 data. Focus on what a cardiologist would find most valuable."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2648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Objection Responses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 I respond to objections?"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D4FF">
              <a:alpha val="1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"Generate 3 ways to address the objection that our trial population doesn't match their patient mix. Use data-driven responses."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342900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TRY IT NOW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37947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one example  →  2. Open your AI tool  →  3. Try BAD then GOOD  →  4. Compare outputs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429000"/>
            <a:ext cx="169164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00D4FF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QR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6576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SLIDO: What else could you use this superpower for?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00FFA3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22960" cy="822960"/>
          </a:xfrm>
          <a:prstGeom prst="ellipse">
            <a:avLst/>
          </a:prstGeom>
          <a:solidFill>
            <a:srgbClr val="00FFA3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28600"/>
            <a:ext cx="640080" cy="640080"/>
          </a:xfrm>
          <a:prstGeom prst="ellipse">
            <a:avLst/>
          </a:prstGeom>
          <a:solidFill>
            <a:srgbClr val="00FFA3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82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502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CONTENT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84632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When you need to stress-test assumptions or stories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960120"/>
            <a:ext cx="8412480" cy="45720"/>
          </a:xfrm>
          <a:prstGeom prst="rect">
            <a:avLst/>
          </a:prstGeom>
          <a:solidFill>
            <a:srgbClr val="00FFA3"/>
          </a:solidFill>
          <a:ln w="12700">
            <a:solidFill>
              <a:srgbClr val="00FF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Review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this email good?"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FFA3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"Review this email and flag where it could be misunderstood, unclear, too long, or low-value for a busy endocrinologist. Suggest concise fixes."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4612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Gaps Analysis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"Analyze this trial data"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3756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3756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FFA3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"Identify 3 potential gaps or questions an HCP might raise about this trial summary. Consider patient population, endpoints, and follow-up period."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2648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Angle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would a competitor say?"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00FFA3">
              <a:alpha val="1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"Play the role of a competitor MSL. What weaknesses would you highlight in this data presentation? What questions would challenge our positioning?"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342900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TRY IT NOW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37947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one example  →  2. Open your AI tool  →  3. Try BAD then GOOD  →  4. Compare outputs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429000"/>
            <a:ext cx="169164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00FFA3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QR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6576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SLIDO: What else could you use this superpower for?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BF40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22960" cy="822960"/>
          </a:xfrm>
          <a:prstGeom prst="ellipse">
            <a:avLst/>
          </a:prstGeom>
          <a:solidFill>
            <a:srgbClr val="BF40F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28600"/>
            <a:ext cx="640080" cy="640080"/>
          </a:xfrm>
          <a:prstGeom prst="ellipse">
            <a:avLst/>
          </a:prstGeom>
          <a:solidFill>
            <a:srgbClr val="BF40F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82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502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CONTENT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84632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When you need fast drafts or first drafts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960120"/>
            <a:ext cx="8412480" cy="45720"/>
          </a:xfrm>
          <a:prstGeom prst="rect">
            <a:avLst/>
          </a:prstGeom>
          <a:solidFill>
            <a:srgbClr val="BF40FF"/>
          </a:solidFill>
          <a:ln w="12700">
            <a:solidFill>
              <a:srgbClr val="BF40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Rewrite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this email better"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BF40FF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"Rewrite this email to be skimmable: 3 bullets and a one-line ask. Keep it warm, simple, and professional. Under 75 words."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4612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Summary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"Summarize this meeting"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3756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3756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BF40FF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 a meeting summary in this format: Key Insights (3 bullets), Action Items (numbered), Follow-up Date. Tone: professional, concise."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2648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Content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slides about our drug"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BF40FF">
              <a:alpha val="1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"Draft 3 slide titles and 3 bullets each for a presentation on efficacy data. Audience: community oncologists. Focus: practical clinical application."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342900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TRY IT NOW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37947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one example  →  2. Open your AI tool  →  3. Try BAD then GOOD  →  4. Compare outputs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429000"/>
            <a:ext cx="169164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BF40FF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QR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6576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SLIDO: What else could you use this superpower for?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137160"/>
            <a:ext cx="822960" cy="822960"/>
          </a:xfrm>
          <a:prstGeom prst="ellipse">
            <a:avLst/>
          </a:prstGeom>
          <a:solidFill>
            <a:srgbClr val="FF6B6B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28600"/>
            <a:ext cx="640080" cy="64008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82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SUPERPOWER 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502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FEEDBACK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846320" y="365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When you need a quick, actionable critique or coaching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960120"/>
            <a:ext cx="8412480" cy="457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Coach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"Give me feedback on this"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my MSL email communication coach. Give me 3 specific improvements that would increase reply likelihood — tone, clarity, or relevance — and explain why."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4612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Coach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can I improve this?"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3756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3756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"Act as an executive presentation coach. Review these talking points for a KOL meeting. Rate clarity (1-5) and suggest how to sound more confident and data-driven."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26480" y="109728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1704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Presence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560320" cy="365760"/>
          </a:xfrm>
          <a:prstGeom prst="roundRect">
            <a:avLst>
              <a:gd name="adj" fmla="val 7500"/>
            </a:avLst>
          </a:prstGeom>
          <a:solidFill>
            <a:srgbClr val="FF4757">
              <a:alpha val="1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190195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sound professional?"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2860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GOOD: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468880"/>
            <a:ext cx="2560320" cy="731520"/>
          </a:xfrm>
          <a:prstGeom prst="roundRect">
            <a:avLst>
              <a:gd name="adj" fmla="val 3750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24963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"Coach me on executive presence. Review this message and tell me where I sound uncertain, too wordy, or miss opportunities to demonstrate expertise."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3429000"/>
            <a:ext cx="658368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TRY IT NOW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379476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one example  →  2. Open your AI tool  →  3. Try BAD then GOOD  →  4. Compare outputs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429000"/>
            <a:ext cx="169164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QR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6576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SLIDO: What else could you use this superpower for?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1828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000000"/>
                </a:solidFill>
              </a:rPr>
              <a:t>🚀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WRAP-UP &amp; REFLECTION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743200" cy="45720"/>
          </a:xfrm>
          <a:prstGeom prst="rect">
            <a:avLst/>
          </a:prstGeom>
          <a:solidFill>
            <a:srgbClr val="FFD93D"/>
          </a:solidFill>
          <a:ln w="12700">
            <a:solidFill>
              <a:srgbClr val="FFD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1A2744"/>
          </a:solidFill>
          <a:ln w="12700">
            <a:solidFill>
              <a:srgbClr val="FFD93D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SLIDO REFLECTION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65760" cy="36576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148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surprised you the most?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365760" cy="36576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4300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superpower would you use tomorrow?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one thing you'll try differently?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03520" y="155448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1A2744"/>
          </a:solidFill>
          <a:ln w="12700">
            <a:solidFill>
              <a:srgbClr val="FFD93D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19202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5394960" y="2651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RESPOND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017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QR Code]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94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KEY TAKEAWAYS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73152" cy="2743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prompts = Better outputs (use CRAFT)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73152" cy="274320"/>
          </a:xfrm>
          <a:prstGeom prst="rect">
            <a:avLst/>
          </a:prstGeom>
          <a:solidFill>
            <a:srgbClr val="00FFA3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4622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thinking partner, not a replacement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809744"/>
            <a:ext cx="73152" cy="274320"/>
          </a:xfrm>
          <a:prstGeom prst="rect">
            <a:avLst/>
          </a:prstGeom>
          <a:solidFill>
            <a:srgbClr val="BF40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809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everything — the more you give, the better you get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157216"/>
            <a:ext cx="73152" cy="2743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1572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6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builds intuition — keep experimenting!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F5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457200"/>
            <a:ext cx="5486400" cy="5486400"/>
          </a:xfrm>
          <a:prstGeom prst="ellipse">
            <a:avLst/>
          </a:prstGeom>
          <a:solidFill>
            <a:srgbClr val="00F5FF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practicing AI's 4 Superpowers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28800" y="2743200"/>
            <a:ext cx="1371600" cy="731520"/>
          </a:xfrm>
          <a:prstGeom prst="roundRect">
            <a:avLst>
              <a:gd name="adj" fmla="val 12500"/>
            </a:avLst>
          </a:prstGeom>
          <a:solidFill>
            <a:srgbClr val="00D4FF">
              <a:alpha val="80000"/>
            </a:srgbClr>
          </a:solidFill>
          <a:ln w="254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IDEAS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743200"/>
            <a:ext cx="1371600" cy="731520"/>
          </a:xfrm>
          <a:prstGeom prst="roundRect">
            <a:avLst>
              <a:gd name="adj" fmla="val 12500"/>
            </a:avLst>
          </a:prstGeom>
          <a:solidFill>
            <a:srgbClr val="00FFA3">
              <a:alpha val="80000"/>
            </a:srgbClr>
          </a:solidFill>
          <a:ln w="25400">
            <a:solidFill>
              <a:srgbClr val="00FF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ANALYZE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120640" y="2743200"/>
            <a:ext cx="1371600" cy="731520"/>
          </a:xfrm>
          <a:prstGeom prst="roundRect">
            <a:avLst>
              <a:gd name="adj" fmla="val 12500"/>
            </a:avLst>
          </a:prstGeom>
          <a:solidFill>
            <a:srgbClr val="BF40FF">
              <a:alpha val="80000"/>
            </a:srgbClr>
          </a:solidFill>
          <a:ln w="25400">
            <a:solidFill>
              <a:srgbClr val="BF40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CONTENT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66560" y="2743200"/>
            <a:ext cx="1371600" cy="731520"/>
          </a:xfrm>
          <a:prstGeom prst="roundRect">
            <a:avLst>
              <a:gd name="adj" fmla="val 12500"/>
            </a:avLst>
          </a:prstGeom>
          <a:solidFill>
            <a:srgbClr val="FF6B6B">
              <a:alpha val="80000"/>
            </a:srgbClr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FEEDBACK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MSL Mastery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Reach out to your workshop facilitator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MSL Mastery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AI's 4 Superpowers Workshop</dc:title>
  <dc:subject>Medical Affairs AI Training</dc:subject>
  <dc:creator>MSL Mastery</dc:creator>
  <cp:lastModifiedBy>MSL Mastery</cp:lastModifiedBy>
  <cp:revision>1</cp:revision>
  <dcterms:created xsi:type="dcterms:W3CDTF">2026-01-19T04:56:24Z</dcterms:created>
  <dcterms:modified xsi:type="dcterms:W3CDTF">2026-01-19T04:56:24Z</dcterms:modified>
</cp:coreProperties>
</file>